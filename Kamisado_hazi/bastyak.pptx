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57D2"/>
    <a:srgbClr val="7D32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0" d="100"/>
          <a:sy n="50" d="100"/>
        </p:scale>
        <p:origin x="40" y="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64C393-0B34-907A-AC7C-28A92EE76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45E221B-2216-6B8A-831A-0143C750C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058F48D-FAD5-2814-9FA9-B5B79D41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D32CB4C-F0A2-7685-02FB-5F079C8D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CF7A3E6-D3A4-61DC-8020-8FD34F118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31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EB3AE9-8AED-5869-7107-DC521979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04A15D-7850-720E-F3C9-A671A739F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9294FD-197E-E7EE-31F4-37231F5A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EBB4A08-3ABC-ECB8-E843-44203D9C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2774CD-349B-EAAD-DB5E-8FB054C6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0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C3D564-8C1E-3A91-55FB-7D198EDD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656C8AA-4A04-3E4B-E261-654DECE44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C893208-A8D8-A410-8291-1024166A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012778-38C9-1F87-9F4A-D15B0BF9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AD2DC36-ACDB-9ED1-A0CB-D152D9C8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1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2D2082-2EAE-D867-CE6C-6B6D2D2A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C02978-DBC6-C2EE-B27A-75E60CE77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C4C6440-F940-1B13-A1DB-BC1D04519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68160D7-82A5-E931-C331-69E88332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9DD8016-9364-3500-1C57-A066CC13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ADA3DA2-3B80-A511-BFCB-0F8931C1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7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E1C044-83A7-F5E1-6E73-CD4DA3619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A48244A-4113-5ACE-8ACB-8CCDD7A6F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5E9AFD7-A062-EBE5-909F-40B1D5F69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0A59D31-F7A6-1A0D-BF33-526017D04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CC34E67-DA92-7F91-0F19-B01434AB44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8B9D9ED-2482-8EEA-A884-27FF8BB3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BBBDA00-7F22-581C-4AB2-9D0BFB58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5AFFEA2-F3EE-4797-8540-522787AA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8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8ACC2B-4A95-1FDA-C856-A82B66EE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77EF1C5-DE2C-FABD-5419-5DCB8C43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446EFBA-86CA-F3EB-AEEB-22D71605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A409534-2BD3-0962-5F0B-9022A2AD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1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72DDAFD-28AA-AEBA-668D-1AE6C5E5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99B2470-2CDA-3F44-9E4D-EB07999E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648FAB9-C83E-B2A6-E017-1D32195C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1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3BE218-369C-4308-10E0-A6FD3B05B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063001-D2E3-7402-A033-D888DB84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1A114A9-0CCC-5719-A332-27F53CC14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ECBAA4-43B7-9B0D-4CA3-A888149D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FA6F52A-1E5B-221E-80ED-EF245EB6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C9C7EF4-FF1C-77A1-3332-9A6C83CE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31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720975-5310-A1BC-22A2-EE9F2220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41556CB-2760-D0A9-2AF6-0C245C050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6313C09-4B55-28B8-3273-B452DCE58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EE99708-7724-4AE2-3736-A3E05BB6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DE894C4-6E03-E175-3011-67F3F95E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EC04ECA-B747-7BC9-1537-FE66A7C3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8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41F6FF-A238-020A-E95F-94AF69E2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2AB1F5D-B12A-9C79-F39C-D24C2AD11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7CD0F10-E528-CE62-C05D-1A0E89EB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CDEE449-F143-8A5E-EA78-45986DB2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F0596D7-DCF1-70BA-1F49-26140B15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36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70B9314-74B1-8842-FEA3-0DCFE3603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6851332-E93D-6A13-1BF8-59AED6EF7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5A0B85-4CDB-5900-7530-CA824229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2BE9041-684B-D792-BD4E-D1D61740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C167A60-B99D-6EBD-94F8-5AF46D3D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91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ADDFC5D-2EB7-1894-29DE-6BE9937F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2CA7B5C-B6B7-ADE1-D1A2-F0643C241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5D0F174-91CF-FBD0-DA4A-35ED8F8DC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F41F2-359A-4E54-BE5D-3F01CD63759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6C874C-30ED-30DE-8C60-23FA1799B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8C8C1F5-A1BC-72E8-5FA4-798C1AC41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64C67-41AE-4DC7-8526-3021C1041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7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zis 2">
            <a:extLst>
              <a:ext uri="{FF2B5EF4-FFF2-40B4-BE49-F238E27FC236}">
                <a16:creationId xmlns:a16="http://schemas.microsoft.com/office/drawing/2014/main" id="{BD27F25A-C9B9-0A00-76D1-46E307147199}"/>
              </a:ext>
            </a:extLst>
          </p:cNvPr>
          <p:cNvSpPr/>
          <p:nvPr/>
        </p:nvSpPr>
        <p:spPr>
          <a:xfrm>
            <a:off x="822346" y="447995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chemeClr val="accent2"/>
                </a:solidFill>
                <a:latin typeface="Algerian" panose="04020705040A02060702" pitchFamily="82" charset="0"/>
              </a:rPr>
              <a:t>N</a:t>
            </a:r>
            <a:endParaRPr lang="en-US" sz="5000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71FFD89F-4D2A-DAAA-3648-F66CEE804591}"/>
              </a:ext>
            </a:extLst>
          </p:cNvPr>
          <p:cNvSpPr/>
          <p:nvPr/>
        </p:nvSpPr>
        <p:spPr>
          <a:xfrm>
            <a:off x="2188832" y="447995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chemeClr val="accent1"/>
                </a:solidFill>
                <a:latin typeface="Algerian" panose="04020705040A02060702" pitchFamily="82" charset="0"/>
              </a:rPr>
              <a:t>K</a:t>
            </a:r>
            <a:endParaRPr lang="en-US" sz="5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84F74214-A409-0C72-EA6E-D567C806E90B}"/>
              </a:ext>
            </a:extLst>
          </p:cNvPr>
          <p:cNvSpPr/>
          <p:nvPr/>
        </p:nvSpPr>
        <p:spPr>
          <a:xfrm>
            <a:off x="3555318" y="447995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7030A0"/>
                </a:solidFill>
                <a:latin typeface="Algerian" panose="04020705040A02060702" pitchFamily="82" charset="0"/>
              </a:rPr>
              <a:t>L</a:t>
            </a:r>
            <a:endParaRPr lang="en-US" sz="5000" dirty="0">
              <a:solidFill>
                <a:srgbClr val="7030A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9927EDBA-4273-9266-8BF1-96EB9C41E563}"/>
              </a:ext>
            </a:extLst>
          </p:cNvPr>
          <p:cNvSpPr/>
          <p:nvPr/>
        </p:nvSpPr>
        <p:spPr>
          <a:xfrm>
            <a:off x="4921804" y="447995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7D320D"/>
                </a:solidFill>
                <a:latin typeface="Algerian" panose="04020705040A02060702" pitchFamily="82" charset="0"/>
              </a:rPr>
              <a:t>B</a:t>
            </a:r>
            <a:endParaRPr lang="en-US" sz="5000" dirty="0">
              <a:solidFill>
                <a:srgbClr val="7D320D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C038C227-FE79-6FE8-0015-5DDAB42FC84B}"/>
              </a:ext>
            </a:extLst>
          </p:cNvPr>
          <p:cNvSpPr/>
          <p:nvPr/>
        </p:nvSpPr>
        <p:spPr>
          <a:xfrm>
            <a:off x="6288290" y="447995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FFC000"/>
                </a:solidFill>
                <a:latin typeface="Algerian" panose="04020705040A02060702" pitchFamily="82" charset="0"/>
              </a:rPr>
              <a:t>S</a:t>
            </a:r>
            <a:endParaRPr lang="en-US" sz="5000" dirty="0"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A44AB575-A854-5D23-2FFA-3A0D648C4DF2}"/>
              </a:ext>
            </a:extLst>
          </p:cNvPr>
          <p:cNvSpPr/>
          <p:nvPr/>
        </p:nvSpPr>
        <p:spPr>
          <a:xfrm>
            <a:off x="7654776" y="447994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E357D2"/>
                </a:solidFill>
                <a:latin typeface="Algerian" panose="04020705040A02060702" pitchFamily="82" charset="0"/>
              </a:rPr>
              <a:t>R</a:t>
            </a:r>
            <a:endParaRPr lang="en-US" sz="5000" dirty="0">
              <a:solidFill>
                <a:srgbClr val="E357D2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67432DF7-38C2-EA38-1D87-4363531C7A37}"/>
              </a:ext>
            </a:extLst>
          </p:cNvPr>
          <p:cNvSpPr/>
          <p:nvPr/>
        </p:nvSpPr>
        <p:spPr>
          <a:xfrm>
            <a:off x="9021262" y="447993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chemeClr val="accent6"/>
                </a:solidFill>
                <a:latin typeface="Algerian" panose="04020705040A02060702" pitchFamily="82" charset="0"/>
              </a:rPr>
              <a:t>Z</a:t>
            </a:r>
            <a:endParaRPr lang="en-US" sz="5000" dirty="0">
              <a:solidFill>
                <a:schemeClr val="accent6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ADE3C8AA-BB7F-79C0-EE7A-EA558ED6E771}"/>
              </a:ext>
            </a:extLst>
          </p:cNvPr>
          <p:cNvSpPr/>
          <p:nvPr/>
        </p:nvSpPr>
        <p:spPr>
          <a:xfrm>
            <a:off x="10387748" y="447993"/>
            <a:ext cx="1061686" cy="9941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FF0000"/>
                </a:solidFill>
                <a:latin typeface="Algerian" panose="04020705040A02060702" pitchFamily="82" charset="0"/>
              </a:rPr>
              <a:t>P</a:t>
            </a:r>
            <a:endParaRPr lang="en-US" sz="50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F80A5337-7C6A-C83E-01B0-22CBD6136365}"/>
              </a:ext>
            </a:extLst>
          </p:cNvPr>
          <p:cNvSpPr/>
          <p:nvPr/>
        </p:nvSpPr>
        <p:spPr>
          <a:xfrm>
            <a:off x="822346" y="2434821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chemeClr val="accent2"/>
                </a:solidFill>
                <a:latin typeface="Algerian" panose="04020705040A02060702" pitchFamily="82" charset="0"/>
              </a:rPr>
              <a:t>N</a:t>
            </a:r>
            <a:endParaRPr lang="en-US" sz="5000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  <p:sp>
        <p:nvSpPr>
          <p:cNvPr id="20" name="Ellipszis 19">
            <a:extLst>
              <a:ext uri="{FF2B5EF4-FFF2-40B4-BE49-F238E27FC236}">
                <a16:creationId xmlns:a16="http://schemas.microsoft.com/office/drawing/2014/main" id="{2A98095A-779E-6875-54A5-276479A030F4}"/>
              </a:ext>
            </a:extLst>
          </p:cNvPr>
          <p:cNvSpPr/>
          <p:nvPr/>
        </p:nvSpPr>
        <p:spPr>
          <a:xfrm>
            <a:off x="2188832" y="2434821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chemeClr val="accent1"/>
                </a:solidFill>
                <a:latin typeface="Algerian" panose="04020705040A02060702" pitchFamily="82" charset="0"/>
              </a:rPr>
              <a:t>K</a:t>
            </a:r>
            <a:endParaRPr lang="en-US" sz="5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9255F79E-2F33-7F80-7129-44F82DE77026}"/>
              </a:ext>
            </a:extLst>
          </p:cNvPr>
          <p:cNvSpPr/>
          <p:nvPr/>
        </p:nvSpPr>
        <p:spPr>
          <a:xfrm>
            <a:off x="3555318" y="2434821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7030A0"/>
                </a:solidFill>
                <a:latin typeface="Algerian" panose="04020705040A02060702" pitchFamily="82" charset="0"/>
              </a:rPr>
              <a:t>L</a:t>
            </a:r>
            <a:endParaRPr lang="en-US" sz="5000" dirty="0">
              <a:solidFill>
                <a:srgbClr val="7030A0"/>
              </a:solidFill>
              <a:latin typeface="Algerian" panose="04020705040A02060702" pitchFamily="82" charset="0"/>
            </a:endParaRPr>
          </a:p>
        </p:txBody>
      </p:sp>
      <p:sp>
        <p:nvSpPr>
          <p:cNvPr id="22" name="Ellipszis 21">
            <a:extLst>
              <a:ext uri="{FF2B5EF4-FFF2-40B4-BE49-F238E27FC236}">
                <a16:creationId xmlns:a16="http://schemas.microsoft.com/office/drawing/2014/main" id="{47AD1682-6A05-C6C1-B973-A773F9C427C6}"/>
              </a:ext>
            </a:extLst>
          </p:cNvPr>
          <p:cNvSpPr/>
          <p:nvPr/>
        </p:nvSpPr>
        <p:spPr>
          <a:xfrm>
            <a:off x="4921804" y="2434820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7D320D"/>
                </a:solidFill>
                <a:latin typeface="Algerian" panose="04020705040A02060702" pitchFamily="82" charset="0"/>
              </a:rPr>
              <a:t>B</a:t>
            </a:r>
            <a:endParaRPr lang="en-US" sz="5000" dirty="0">
              <a:solidFill>
                <a:srgbClr val="7D320D"/>
              </a:solidFill>
              <a:latin typeface="Algerian" panose="04020705040A02060702" pitchFamily="82" charset="0"/>
            </a:endParaRPr>
          </a:p>
        </p:txBody>
      </p:sp>
      <p:sp>
        <p:nvSpPr>
          <p:cNvPr id="23" name="Ellipszis 22">
            <a:extLst>
              <a:ext uri="{FF2B5EF4-FFF2-40B4-BE49-F238E27FC236}">
                <a16:creationId xmlns:a16="http://schemas.microsoft.com/office/drawing/2014/main" id="{07DB9EDC-CE7B-93B6-FFEA-9EE454EE2DB7}"/>
              </a:ext>
            </a:extLst>
          </p:cNvPr>
          <p:cNvSpPr/>
          <p:nvPr/>
        </p:nvSpPr>
        <p:spPr>
          <a:xfrm>
            <a:off x="6288290" y="2434820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FFC000"/>
                </a:solidFill>
                <a:latin typeface="Algerian" panose="04020705040A02060702" pitchFamily="82" charset="0"/>
              </a:rPr>
              <a:t>S</a:t>
            </a:r>
            <a:endParaRPr lang="en-US" sz="5000" dirty="0"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sp>
        <p:nvSpPr>
          <p:cNvPr id="24" name="Ellipszis 23">
            <a:extLst>
              <a:ext uri="{FF2B5EF4-FFF2-40B4-BE49-F238E27FC236}">
                <a16:creationId xmlns:a16="http://schemas.microsoft.com/office/drawing/2014/main" id="{E0AEC629-D2DB-33D3-A993-646C1621C281}"/>
              </a:ext>
            </a:extLst>
          </p:cNvPr>
          <p:cNvSpPr/>
          <p:nvPr/>
        </p:nvSpPr>
        <p:spPr>
          <a:xfrm>
            <a:off x="7654776" y="2434819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E357D2"/>
                </a:solidFill>
                <a:latin typeface="Algerian" panose="04020705040A02060702" pitchFamily="82" charset="0"/>
              </a:rPr>
              <a:t>R</a:t>
            </a:r>
            <a:endParaRPr lang="en-US" sz="5000" dirty="0">
              <a:solidFill>
                <a:srgbClr val="E357D2"/>
              </a:solidFill>
              <a:latin typeface="Algerian" panose="04020705040A02060702" pitchFamily="82" charset="0"/>
            </a:endParaRPr>
          </a:p>
        </p:txBody>
      </p:sp>
      <p:sp>
        <p:nvSpPr>
          <p:cNvPr id="25" name="Ellipszis 24">
            <a:extLst>
              <a:ext uri="{FF2B5EF4-FFF2-40B4-BE49-F238E27FC236}">
                <a16:creationId xmlns:a16="http://schemas.microsoft.com/office/drawing/2014/main" id="{8DB409B0-0F84-4EE8-0A50-6326D56E10F4}"/>
              </a:ext>
            </a:extLst>
          </p:cNvPr>
          <p:cNvSpPr/>
          <p:nvPr/>
        </p:nvSpPr>
        <p:spPr>
          <a:xfrm>
            <a:off x="9021262" y="2434819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chemeClr val="accent6"/>
                </a:solidFill>
                <a:latin typeface="Algerian" panose="04020705040A02060702" pitchFamily="82" charset="0"/>
              </a:rPr>
              <a:t>Z</a:t>
            </a:r>
            <a:endParaRPr lang="en-US" sz="5000" dirty="0">
              <a:solidFill>
                <a:schemeClr val="accent6"/>
              </a:solidFill>
              <a:latin typeface="Algerian" panose="04020705040A02060702" pitchFamily="82" charset="0"/>
            </a:endParaRPr>
          </a:p>
        </p:txBody>
      </p:sp>
      <p:sp>
        <p:nvSpPr>
          <p:cNvPr id="26" name="Ellipszis 25">
            <a:extLst>
              <a:ext uri="{FF2B5EF4-FFF2-40B4-BE49-F238E27FC236}">
                <a16:creationId xmlns:a16="http://schemas.microsoft.com/office/drawing/2014/main" id="{0E7AA5BC-2640-86D6-0113-809BACABE42D}"/>
              </a:ext>
            </a:extLst>
          </p:cNvPr>
          <p:cNvSpPr/>
          <p:nvPr/>
        </p:nvSpPr>
        <p:spPr>
          <a:xfrm>
            <a:off x="10387748" y="2434818"/>
            <a:ext cx="1061686" cy="99417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5000" dirty="0">
                <a:solidFill>
                  <a:srgbClr val="FF0000"/>
                </a:solidFill>
                <a:latin typeface="Algerian" panose="04020705040A02060702" pitchFamily="82" charset="0"/>
              </a:rPr>
              <a:t>P</a:t>
            </a:r>
            <a:endParaRPr lang="en-US" sz="50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Ellipszis 1">
            <a:extLst>
              <a:ext uri="{FF2B5EF4-FFF2-40B4-BE49-F238E27FC236}">
                <a16:creationId xmlns:a16="http://schemas.microsoft.com/office/drawing/2014/main" id="{CFD1B290-0737-576F-EF81-9262C9ECABE2}"/>
              </a:ext>
            </a:extLst>
          </p:cNvPr>
          <p:cNvSpPr/>
          <p:nvPr/>
        </p:nvSpPr>
        <p:spPr>
          <a:xfrm>
            <a:off x="1282700" y="4610100"/>
            <a:ext cx="115200" cy="115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28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</Words>
  <Application>Microsoft Office PowerPoint</Application>
  <PresentationFormat>Szélesvásznú</PresentationFormat>
  <Paragraphs>16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Algerian</vt:lpstr>
      <vt:lpstr>Aptos</vt:lpstr>
      <vt:lpstr>Aptos Display</vt:lpstr>
      <vt:lpstr>Arial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Antal Csongor</dc:creator>
  <cp:lastModifiedBy>Antal Csongor</cp:lastModifiedBy>
  <cp:revision>2</cp:revision>
  <dcterms:created xsi:type="dcterms:W3CDTF">2025-11-09T20:42:07Z</dcterms:created>
  <dcterms:modified xsi:type="dcterms:W3CDTF">2025-11-09T22:56:11Z</dcterms:modified>
</cp:coreProperties>
</file>